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Smart Nkunganire System (SNS)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5146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Anti-Fraud &amp; Soil-Specific Subsidy Allocator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92640" y="548640"/>
            <a:ext cx="1828800" cy="1828800"/>
          </a:xfrm>
          <a:prstGeom prst="ellipse">
            <a:avLst/>
          </a:prstGeom>
          <a:solidFill>
            <a:srgbClr val="97BC62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2976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7E4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DPR400210 - Database Programming with Oracle Database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7E4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Capstone Project | Faculty of Computing and Information Sciences, UNILAK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7607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</a:rPr>
              <a:t>Agro-dealer fraud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1E2B1E"/>
                </a:solidFill>
              </a:rPr>
              <a:t>Dealers input multiple farmers' National IDs to create ghost transactions, hoard subsidized fertilizer, and resell it on the black market at double price.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</a:rPr>
              <a:t>Soil over-allocation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E2B1E"/>
                </a:solidFill>
              </a:rPr>
              <a:t>Flat subsidy limits ignore RwSIS soil-health data, risking over-fertilization and land degradation across different sectors (e.g. potatoes in Musanze vs. maize in Nyagatare).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675120" y="1188720"/>
            <a:ext cx="484632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949440" y="14173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Context &amp; Target Users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949440" y="1965960"/>
            <a:ext cx="4297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B1E"/>
                </a:solidFill>
              </a:rPr>
              <a:t>Rwanda Agriculture Board (RAB) &amp; BK TecHouse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B1E"/>
                </a:solidFill>
              </a:rPr>
              <a:t>Smallholder farmers using USSD (*774#)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B1E"/>
                </a:solidFill>
              </a:rPr>
              <a:t>Licensed agro-dealers distributing inputs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B1E"/>
                </a:solidFill>
              </a:rPr>
              <a:t>RwSIS - Rwanda Soil Information System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Objectives &amp; Expected Benefits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6002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Stop ghost transactions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B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Lock a farmer's National ID to one redemption per allocation cycle.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337560" y="13716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520440" y="16002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Enforce soil-specific ceilings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520440" y="246888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B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Cap fertilizer per farmer using land size x RwSIS crop norms.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26480" y="13716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09360" y="16002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Automate fraud detection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309360" y="246888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B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PL/SQL scoring flags dealers hoarding stock via concentrated volume.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915400" y="13716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098280" y="16002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Full audit trail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098280" y="246888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B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Every allocation, transaction, and blocked action is logged.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4846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Expected benefit: a fairer, tamper-resistant subsidy chain that protects both farmers and Rwanda's soil health.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SNS - Problem Statement</dc:title>
  <dc:subject>PptxGenJS Presentation</dc:subject>
  <dc:creator>Student</dc:creator>
  <cp:lastModifiedBy>Student</cp:lastModifiedBy>
  <cp:revision>1</cp:revision>
  <dcterms:created xsi:type="dcterms:W3CDTF">2026-07-09T11:44:48Z</dcterms:created>
  <dcterms:modified xsi:type="dcterms:W3CDTF">2026-07-09T11:44:48Z</dcterms:modified>
</cp:coreProperties>
</file>